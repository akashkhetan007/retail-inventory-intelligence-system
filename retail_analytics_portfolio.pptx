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</a:rPr>
              <a:t>PORTFOLIO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Retail Inventory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Analytics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Uncovering ₹11 Lacs in Lost Revenue Through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SQL-Driven Inventory Intelligence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Akash Khetan  ·  Data Analytics  ·  Oct 2025 – Jan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BACKGROUND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retail liquor store with 1,500+ SKUs had no visibility into inventory health.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060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 Stockout Tracking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store had no system to detect when a product ran out or was critically low — losing sales silently.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26060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9164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 Procurement Insight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33172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Procurement happened ad-hoc with no data on how often stock was replenished or by how much.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6060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69164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 Revenue Impact 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33172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There was no way to quantify how much revenue was being lost due to inventory gaps.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4805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</a:rPr>
              <a:t>Goal: Build an end-to-end SQL analytics pipeline to surface stockouts, procurement patterns, and lost revenue — from raw transaction data.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From Raw Transactions to Analytical Tables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Built entirely in PostgreSQL — no BI tool required at the transformation layer.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9202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salh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Sales Header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(invoice metadata)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0" y="2423160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8288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9202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sald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93392" y="228600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Sales Detail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(SKU-level rows)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39312" y="2423160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18288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19202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saldhy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12464" y="228600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Joined Master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(header + detail)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58384" y="2423160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31536" y="18288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31536" y="19202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bond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31536" y="228600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Analytical Layer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(closing_inv, proc_qty)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77456" y="2423160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0608" y="1828800"/>
            <a:ext cx="162763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50608" y="19202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Summaries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50608" y="228600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monthly_sku_summary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stockout_summary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Key engineered columns in bond: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4206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657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closing_inv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  curstock − invqty → stock after each transaction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657600"/>
            <a:ext cx="4206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657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next_curstock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  LEAD(curstock) → next entry's opening stock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160520"/>
            <a:ext cx="4206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160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proc_qty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  closing_inv − next_curstock → negative = procurement event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4160520"/>
            <a:ext cx="4206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4160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open_curstock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  curstock on row_num=1 per SKU → opening balance per month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How the Logic Was Built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Three independent analytical modules — each solving a distinct inventory question.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27432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627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Monthly SKU Summary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Sales, procurement, opening &amp; closing inventory per SKU per month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Procurement reverse-engineered: if next_curstock &gt; closing_inv → stock added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Opening inventory: first transaction's curstock per SKU per month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Min inventory &amp; the exact dates it occurred (STRING_AGG of day numbers)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6002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600200"/>
            <a:ext cx="27432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1627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Shortage Detection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19456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Threshold: FLOOR(monthly_sales × 3%) per SKU per month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Episode detection via LAG() — flags first crossing below threshold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Gap days = DATE(recovery) − DATE(shortage_start)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Lost revenue = avg_demand_per_day × gap_days × avg_MRP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600200"/>
            <a:ext cx="27432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1627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Stockout Detection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19456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Hard stockout: closing_inv ≤ 1 (1 unit or zero left)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Avg daily demand = total 2025 sales ÷ 365 (annual, not monthly)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Avoids seasonal distortion in demand estimation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not_recovered flag for SKUs that never restocked after stockout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Impact at a Glance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Oct 2025 – Jan 2026  ·  1,500+ SKUs  ·  PostgreSQL Analytics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20240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64792"/>
            <a:ext cx="19202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₹11 Lacs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52145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Potential Revenue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Lost Identified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691640"/>
            <a:ext cx="1920240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764792"/>
            <a:ext cx="19202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235+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252145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Stockout Events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Detected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1920240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764792"/>
            <a:ext cx="19202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3–4%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252145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Lost Revenue as 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of Total Sales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1691640"/>
            <a:ext cx="1920240" cy="1508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764792"/>
            <a:ext cx="19202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1,500+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66560" y="252145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SKUs Analysed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Monthly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Key Analytical Insights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673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7490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Procurement was entirely invisible before — now detectable from closing_inv vs next transaction's curstock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59936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0416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Stockout duration ranged from same-day restocks to multi-day gaps, directly mapped to lost units × MRP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52544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3342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Annual avg daily demand (÷365) used to avoid seasonal distortion in lost revenue estimates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45152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6268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SKUs with 'not_recovered' flag identified products possibly discontinued or facing supply issues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TECHNICAL 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SQL Patterns Used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Advanced PostgreSQL — beyond basic SELECT.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673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Window Functions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9476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LEAD() to peek at next row's stock; LAG() to detect episode start/end; ROW_NUMBER() to tag first transaction per SKU per month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0020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673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CTEs (Chained)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9476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8-layer CTE pipeline: bond_filtered → monthly_thresh → bond_tagged → episode_starts → episode_ends → episode_days → monthly_gap → final SELECT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70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Episode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0449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LAG() detects the exact first crossing below threshold. Self-join finds the next recovery row. DATE subtraction gives gap days without time-of-day distortion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6974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69748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770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FILTER Clause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30449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MIN(curstock) FILTER (WHERE mddt = first_txn) — extracts a single row's value inside GROUP BY without a subquery or extra join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79476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867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STRING_AGG + DISTINCT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41422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STRING_AGG(DISTINCT day_number, ', ' ORDER BY day_number) to output shortage days as human-readable text like '2, 3, 5'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79476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79476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867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Materialized Tables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41422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Broke heavy CTEs into physical tables (bond, monthly_min, closing, min_days) to avoid timeout on 1.2M+ row dataset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SOLVING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Challenges &amp; Solutions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Real analytical problems encountered and resolved.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393192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⚠ Query timeouts on complex CTEs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2002536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18470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1645920"/>
            <a:ext cx="3931920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7190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✓ Broke heavy CTEs into physical PostgreSQL tables. Intermediate materialization cut query time from 8+ mins to seconds.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393192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420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⚠ Procurement not directly recorded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15968" y="2825496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26700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2468880"/>
            <a:ext cx="3931920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5420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✓ Reverse-engineered procurement: if next transaction's curstock &gt; closing_inv, stock was added. The delta = qty procured.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393192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649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⚠ Returns inflating procurement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15968" y="3648456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3493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3291840"/>
            <a:ext cx="3931920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3649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✓ Filtered invqty &gt; 0 in procurement logic. Returns (negative invqty) naturally correct net sales without polluting procurement counts.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393192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879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⚠ Gap days = 0 due to timestamp subtraction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15968" y="4471416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43159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46320" y="4114800"/>
            <a:ext cx="3931920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41879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✓ DATE(recovery) − DATE(shortage_start) strips time component. 20:15 → 13:13 next day correctly becomes 1 day, not 0.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SKILLS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What This Project Demonstrates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SQL &amp; Database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Advanced PostgreSQL (CTEs, Window Functions)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Query optimisation &amp; materialisation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Schema design &amp; ALTER/UPDATE workflows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Self-joins and correlated subqueries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600200"/>
            <a:ext cx="27432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627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 Thinking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Reverse-engineering metrics from raw data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Episode detection (shortage &amp; stockout)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Demand forecasting via annual avg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Defining thresholds from business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60020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27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Acumen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14884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Translated inventory ops into revenue loss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Identified ₹11 Lac opportunity in 4 months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Flagged 235+ stockouts across 1,500 SKUs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Quantified 3–4% revenue leakage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Built from zero.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Measured in lakhs.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This project went from raw POS transaction data to a fully quantified revenue-loss analysis — with no template, no prior framework, and no pre-defined metrics. Every analytical definition (procurement, shortage threshold, stockout episode, lost demand) was reasoned from first principles and validated against real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31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3931920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3931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Window Functions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3931920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931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CTE Pipelines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315968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159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Inventory Analytics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4315968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43159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Revenue Quantification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315968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43159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Business Intelligence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Inventory Analytics — Portfolio Project</dc:title>
  <dc:subject>PptxGenJS Presentation</dc:subject>
  <dc:creator>PptxGenJS</dc:creator>
  <cp:lastModifiedBy>PptxGenJS</cp:lastModifiedBy>
  <cp:revision>1</cp:revision>
  <dcterms:created xsi:type="dcterms:W3CDTF">2026-05-13T10:43:26Z</dcterms:created>
  <dcterms:modified xsi:type="dcterms:W3CDTF">2026-05-13T10:43:26Z</dcterms:modified>
</cp:coreProperties>
</file>